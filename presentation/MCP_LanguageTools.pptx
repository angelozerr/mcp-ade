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\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ppt\_rels\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\slideMasters\_rels\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zalutski-pixel/javalens-mcp" TargetMode="External"/><Relationship Id="rId3" Type="http://schemas.openxmlformats.org/officeDocument/2006/relationships/hyperlink" Target="https://github.com/DeusData/codebase-memory-mcp" TargetMode="External"/><Relationship Id="rId4" Type="http://schemas.openxmlformats.org/officeDocument/2006/relationships/hyperlink" Target="https://github.com/stephanj/LSP4J-MCP" TargetMode="External"/><Relationship Id="rId5" Type="http://schemas.openxmlformats.org/officeDocument/2006/relationships/hyperlink" Target="https://github.com/SachieWang/java-jdtls-mcp-server" TargetMode="External"/><Relationship Id="rId6" Type="http://schemas.openxmlformats.org/officeDocument/2006/relationships/hyperlink" Target="https://www.jetbrains.com/help/rider/mcp-server.html" TargetMode="External"/><Relationship Id="rId7" Type="http://schemas.openxmlformats.org/officeDocument/2006/relationships/hyperlink" Target="https://github.com/juehang/vscode-mcp-server" TargetMode="External"/><Relationship Id="rId8" Type="http://schemas.openxmlformats.org/officeDocument/2006/relationships/hyperlink" Target="https://github.com/Tritlo/lsp-mcp" TargetMode="External"/><Relationship Id="rId9" Type="http://schemas.openxmlformats.org/officeDocument/2006/relationships/hyperlink" Target="https://github.com/isaacphi/mcp-language-server" TargetMode="External"/><Relationship Id="rId10" Type="http://schemas.openxmlformats.org/officeDocument/2006/relationships/hyperlink" Target="https://github.com/KashunCheng/dap_mcp" TargetMode="External"/><Relationship Id="rId11" Type="http://schemas.openxmlformats.org/officeDocument/2006/relationships/hyperlink" Target="https://github.com/JesseObrien/mcp-debug-server" TargetMode="External"/></Relationships>
</file>

<file path=ppt\slides\_rels\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\slides\_rels\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\slides\_rels\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\slides\_rels\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\slides\_rels\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\slides\_rels\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\slides\_rels\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\slides\_rels\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gelozerr/mcp-languagetools" TargetMode="External"/></Relationships>
</file>

<file path=ppt\slides\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65176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A0"/>
                </a:solidFill>
                <a:latin typeface="Segoe UI"/>
              </a:defRPr>
            </a:pPr>
            <a:r>
              <a:t>Bringing Java tooling to AI assistants</a:t>
            </a:r>
            <a:br/>
            <a:r>
              <a:t>without an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ACC"/>
                </a:solidFill>
                <a:latin typeface="Segoe UI"/>
              </a:defRPr>
            </a:pPr>
            <a:r>
              <a:t>Eclipse JDT.LS  +  vscode-java-debug  + 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Angelo Zerr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What Already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MCP servers for code intelligence and debugging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4864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Java-specific MCP servers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2"/>
              </a:rPr>
              <a:t>javalens-mcp</a:t>
            </a:r>
            <a:r>
              <a:rPr sz="1200">
                <a:solidFill>
                  <a:srgbClr val="E0E0E0"/>
                </a:solidFill>
                <a:latin typeface="Segoe UI"/>
              </a:rPr>
              <a:t> — 56 tools, Eclipse JDT Core direct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3"/>
              </a:rPr>
              <a:t>codebase-memory-mcp</a:t>
            </a:r>
            <a:r>
              <a:rPr sz="1200">
                <a:solidFill>
                  <a:srgbClr val="E0E0E0"/>
                </a:solidFill>
                <a:latin typeface="Segoe UI"/>
              </a:rPr>
              <a:t> — tree-sitter + JDT semantic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4"/>
              </a:rPr>
              <a:t>LSP4J-MCP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wrapper via LSP4J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5"/>
              </a:rPr>
              <a:t>java-jdtls-mcp-server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bridge + AI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69CD6"/>
                </a:solidFill>
                <a:latin typeface="Segoe UI"/>
              </a:defRPr>
            </a:pPr>
            <a:r>
              <a:t>IDE-based MCP 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6"/>
              </a:rPr>
              <a:t>JetBrains MCP 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built-in since 2025.2 (IntelliJ, PyCharm...)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7"/>
              </a:rPr>
              <a:t>vscode-mcp-server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VS Code editing features via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Powerful, but require a running 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54864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51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MCP + LSP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8"/>
              </a:rPr>
              <a:t>lsp-mcp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hover, completion, code actions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9"/>
              </a:rPr>
              <a:t>mcp-language-server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definition, references, rename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206240"/>
            <a:ext cx="50292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MCP + DAP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0"/>
              </a:rPr>
              <a:t>dap-mcp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breakpoints, step, evaluate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1"/>
              </a:rPr>
              <a:t>mcp-debug-server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DAP integration for Claude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86400"/>
            <a:ext cx="10698480" cy="12801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Good tools, but...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852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LSP or DAP — never both together  ·  No server collaboration  ·  No multi-language platform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Quarkus/Qute/MicroProfile (no JDT delegate command handler)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IDE-based MCP: powerful but require a running IDE — not usable in CI, containers, or headless agents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Beyond LSP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LSP features alone are not enough for robust Java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EC9B0"/>
                </a:solidFill>
                <a:latin typeface="Segoe UI"/>
              </a:defRPr>
            </a:pPr>
            <a:r>
              <a:t>Approach 1: JDT Core direct (javalens-mcp)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56 advanced Java tools (type hierarchy, refactoring...)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Full JDT API access — robust results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But: no Quarkus/Qute/Liberty, no server collaboration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Single server, no delegate command handler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0A0A0"/>
                </a:solidFill>
                <a:latin typeface="Segoe UI"/>
              </a:defRPr>
            </a:pPr>
            <a:r>
              <a:t>Approach 2: JDT.LS via LSP protocol only (LSP4J-MCP...)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46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Wraps JDT.LS but only uses LSP protocol (completion, hover...)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Ignores JDT.LS plugins and delegate command handlers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advanced analysis, no refactoring, no framework support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Cannot reuse vscode-quarkus/liberty/debug plugins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5029200" cy="4297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CDCAA"/>
                </a:solidFill>
                <a:latin typeface="Segoe UI"/>
              </a:defRPr>
            </a:pPr>
            <a:r>
              <a:t>MCP Language Tools: Best of both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60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Platform that orchestrates LSP &amp; DAP servers and manages</a:t>
            </a:r>
            <a:br/>
            <a:r>
              <a:t>their communication (like VS Code + vscode-java for Java,</a:t>
            </a:r>
            <a:br/>
            <a:r>
              <a:t>but for any language)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017520"/>
            <a:ext cx="448056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063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JDT.LS = VS Code extension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38328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Using JDT.LS (not JDT Core) means reusing plugins from:</a:t>
            </a:r>
            <a:br/>
            <a:r>
              <a:t>→ LSP: vscode-quarkus, vscode-microprofile, vscode-liberty</a:t>
            </a:r>
            <a:br/>
            <a:r>
              <a:t>→ DAP: vscode-java-debug (requires JDT.LS)</a:t>
            </a:r>
            <a:br/>
            <a:r>
              <a:t>All these plugins work with MCP LT out-of-the-box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663440"/>
            <a:ext cx="4480560" cy="15544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4709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+ Advanced tools via mcp-jdtls plugin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OSGi bundle deployed into JDT.LS:</a:t>
            </a:r>
            <a:br/>
            <a:r>
              <a:t>→ Full JDT API access for 80 advanced MCP tools</a:t>
            </a:r>
            <a:br/>
            <a:r>
              <a:t>   (hierarchy, refactoring, code quality, search...)</a:t>
            </a:r>
            <a:br/>
            <a:r>
              <a:t>→ Best of both: LSP ecosystem + JDT API power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The Solution: MCP as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An MCP server that manages LSP and DAP servers together and exposes their capabilities as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56032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0E0E0"/>
                </a:solidFill>
                <a:latin typeface="Segoe UI"/>
              </a:defRPr>
            </a:pPr>
            <a:r>
              <a:t>AI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Claude Code / Bob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926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→ MCP 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560320"/>
            <a:ext cx="2926080" cy="164592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120+ MCP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Workspace &amp; Lifecycle Mgr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060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154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7033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→ DAP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423160"/>
            <a:ext cx="292608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43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80 Java tools + mcp-jdtls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320040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/ Liberty 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84048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vscode-java-debug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LSP + DAP together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JDT.LS + Quarkus/Qute/Liberty (LSP)</a:t>
            </a:r>
            <a:br/>
            <a:r>
              <a:t>vscode-java-debug (DAP)</a:t>
            </a:r>
            <a:br/>
            <a:r>
              <a:t>DAP ↔ LSP coordination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contributes: bundles, classpath,</a:t>
            </a:r>
            <a:br/>
            <a:r>
              <a:t>bindRequest/Notification</a:t>
            </a:r>
            <a:br/>
            <a:r>
              <a:t>80 Java tools via mcp-jdtls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Open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18+ language extensions</a:t>
            </a:r>
            <a:br/>
            <a:r>
              <a:t>Add any LSP/DAP server</a:t>
            </a:r>
            <a:br/>
            <a:r>
              <a:t>Admin console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Practical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VSCode settings.json reuse</a:t>
            </a:r>
            <a:br/>
            <a:r>
              <a:t>Auto-install servers</a:t>
            </a:r>
            <a:br/>
            <a:r>
              <a:t>IDE server reuse (study)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Built on Quarkus MCP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MCP tools are declared via Quarkus MCP Server annotations — zero boilerplate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5943600" cy="36576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Segoe UI"/>
              </a:defRPr>
            </a:pPr>
            <a:r>
              <a:t>Declaring an MCP tool (Java)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ED4DA"/>
                </a:solidFill>
                <a:latin typeface="Segoe UI"/>
              </a:defRPr>
            </a:pPr>
            <a:r>
              <a:t>@Tool(name = "java_find_field_writes",</a:t>
            </a:r>
            <a:br/>
            <a:r>
              <a:t>      description = "Find all write accesses to a field")</a:t>
            </a:r>
            <a:br/>
            <a:r>
              <a:t>public CompletableFuture&lt;String&gt; findFieldWrites(</a:t>
            </a:r>
            <a:br/>
            <a:r>
              <a:t>        @ToolArg(description = "...") String cwd,</a:t>
            </a:r>
            <a:br/>
            <a:r>
              <a:t>        @ToolArg(description = "...") String fileUri,</a:t>
            </a:r>
            <a:br/>
            <a:r>
              <a:t>        @ToolArg(description = "...") int line,</a:t>
            </a:r>
            <a:br/>
            <a:r>
              <a:t>        @ToolArg(description = "...") int character,</a:t>
            </a:r>
            <a:br/>
            <a:r>
              <a:t>        Cancellation cancellation,</a:t>
            </a:r>
            <a:br/>
            <a:r>
              <a:t>        Progress progress) { ...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560320"/>
            <a:ext cx="4389120" cy="9144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6517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Quarkus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175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@Tool, @ToolArg, Progress, Cancellation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65760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(runtime)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97763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CDI, native binary, fast startup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48056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5262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LSP4J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8006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LSP and DAP protocol 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530352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5349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Admin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6235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Quarkus web resources + WebSocket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Adding a language server or debug adapter is simple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Add an LSP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Just provide a server.json:</a:t>
            </a:r>
            <a:br/>
            <a:r>
              <a:t>name, command, documentSelector.</a:t>
            </a:r>
            <a:br/>
            <a:r>
              <a:t>MCP LT handles lifecycle, workspace isolation,</a:t>
            </a:r>
            <a:br/>
            <a:r>
              <a:t>traces, and contribution wiring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Add a DAP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Same simplicity for debug adapters:</a:t>
            </a:r>
            <a:br/>
            <a:r>
              <a:t>name, command, debug templates.</a:t>
            </a:r>
            <a:br/>
            <a:r>
              <a:t>Link to an LSP server for coordination</a:t>
            </a:r>
            <a:br/>
            <a:r>
              <a:t>(e.g., java-debug ↔ JDT.LS). Done.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9CD6"/>
                </a:solidFill>
                <a:latin typeface="Segoe UI"/>
              </a:defRPr>
            </a:pPr>
            <a:r>
              <a:t>Workspace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Each project gets its own server instances.</a:t>
            </a:r>
            <a:br/>
            <a:r>
              <a:t>Created on-demand when an AI agent calls</a:t>
            </a:r>
            <a:br/>
            <a:r>
              <a:t>a tool with a cwd parameter.</a:t>
            </a:r>
            <a:br/>
            <a:r>
              <a:t>No cross-project interference.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Servers communicate automatically:</a:t>
            </a:r>
            <a:br/>
            <a:r>
              <a:t>contributes: bundles, classpath,</a:t>
            </a:r>
            <a:br/>
            <a:r>
              <a:t>bindRequest/Notification.</a:t>
            </a:r>
            <a:br/>
            <a:r>
              <a:t>Declared in server.json — no code needed.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Java: 80 Specialized MCP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Powered by Eclipse JDT.LS + custom mcp-jdtls plugin (OSGi bundle)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Analysis (12)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Type hierarchy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Call hierarchy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Control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Change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Navigation (11)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Go-to-definition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Hover info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Javadoc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Symbol info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Search (11)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references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implementations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unused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Reference Search (6)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Method references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Field writes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Catch blocks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Refactoring (18)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Extract method/variable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Inline method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Convert to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Move type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Generation (5)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Getters/setters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Constructors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equals/hashCode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toString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34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71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Diagnostics (4)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Validate syntax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Quick fixes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Diagnose &amp; fix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20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57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Quality (5)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Large classes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Naming violations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Circular deps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Possible bugs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06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Framework (3)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HTTP endpoints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43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JPA 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 registrations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92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29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Project (4)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Project structure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9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Classpath info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Dependencies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Quarkus &amp; Qute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Framework-aware Java development via JDT delegate command handler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application.properties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REST endpoint discovery (java_get_http_endpoints)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CDI injection analysis (java_get_di_registrations)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Delegates Java resolution to JDT.LS via bind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Qute template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Type-safe template expressions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Java type resolution via JDT delegate commands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Template ↔ Java type binding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10698480" cy="2011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How it works: MCP Language Tools manages inter-LSP communication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5120640"/>
            <a:ext cx="10058400" cy="1371600"/>
          </a:xfrm>
          <a:prstGeom prst="roundRect">
            <a:avLst/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1206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MCP Language Tools (orchestrator)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486400"/>
            <a:ext cx="274320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532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needs Java type 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5577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← bindRequest/Notification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5486400"/>
            <a:ext cx="347472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5532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delegate command handler → resolves Java types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 Debugging via vscode-java-debug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Full debugging experience through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24 DAP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start_debugging — launch or attach to JVM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set_breakpoint / remove_breakpoint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step_over, step_in, step_out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get_stack_trace — full call stack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get_variables / get_local_variables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evaluate_expression — runtime evaluation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get_console_output — stdout/stderr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list_threads — multi-thread inspection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get_debug_statistics — session summary
▸ build_workspace — smart build before debug (auto full/incremental)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Example: AI-driven debugging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DCAA"/>
                </a:solidFill>
                <a:latin typeface="Consolas"/>
              </a:defRPr>
            </a:pPr>
            <a:r>
              <a:t>User: "There's a NullPointerException</a:t>
            </a:r>
            <a:br/>
            <a:r>
              <a:t>in UserService.createUser, debug it"</a:t>
            </a:r>
            <a:br/>
            <a:br/>
            <a:r>
              <a:t>Claude Code:</a:t>
            </a:r>
            <a:br/>
            <a:r>
              <a:t>  1. set_breakpoint("UserService.java", 42)</a:t>
            </a:r>
            <a:br/>
            <a:r>
              <a:t>  2. start_debugging("com.app.Main")</a:t>
            </a:r>
            <a:br/>
            <a:r>
              <a:t>  3. get_local_variables()</a:t>
            </a:r>
            <a:br/>
            <a:r>
              <a:t>     → user.email = null  ← root cause</a:t>
            </a:r>
            <a:br/>
            <a:r>
              <a:t>  4. evaluate_expression("user.toString()")</a:t>
            </a:r>
            <a:br/>
            <a:r>
              <a:t>  5. get_stack_trace()</a:t>
            </a:r>
            <a:br/>
            <a:r>
              <a:t>     → sees the full call chain</a:t>
            </a:r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Demo: Java Tools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 examples of Claude Code using MCP Language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  <a:latin typeface="Segoe UI"/>
              </a:defRPr>
            </a:pPr>
            <a:r>
              <a:t>Java / MicroProfile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Segoe UI"/>
              </a:defRPr>
            </a:pPr>
            <a:r>
              <a:t>Java Debugging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Server Collaboration: Bind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Language servers communicate with each other — no custom code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template type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68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 + bindRequest/Notification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delegate command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611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JDT extension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709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MicroProfile 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JAR on classpath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lemminx-liberty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server.xml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8064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LemMinX (XML)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Liberty JAR on classpath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0" y="2286000"/>
            <a:ext cx="274320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Contribution types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8346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bundles: deploy OSGi plugins into JDT.LS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bindRequest/Notification: route custom LSP requests to delegate handler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classpath: extend another server's classpath with JARs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All declared in server.json</a:t>
            </a:r>
          </a:p>
        </p:txBody>
      </p:sp>
    </p:spTree>
  </p:cSld>
  <p:clrMapOvr>
    <a:masterClrMapping/>
  </p:clrMapOvr>
</p:sld>
</file>

<file path=ppt\slides\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Open Platform: 18 Built-in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Easy to add your own language — just 2 JSON files, no code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68580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  <a:latin typeface="Segoe UI"/>
              </a:defRPr>
            </a:pPr>
            <a:r>
              <a:t>21 LSP servers (built-in)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Java (JDT.LS)  ·  JavaScript/TS  ·  Angular  ·  Python (Pyright)  ·  Go (gopls)</a:t>
            </a:r>
            <a:br/>
            <a:r>
              <a:t>Rust (rust-analyzer)  ·  C/C++ (clangd)  ·  C# (OmniSharp)  ·  XML (LemMinX)</a:t>
            </a:r>
            <a:br/>
            <a:r>
              <a:t>YAML  ·  Kotlin  ·  Dart  ·  PHP  ·  Lua  ·  Dockerfile  ·  MicroProfile  ·  Quarkus  ·  Qute  ·  Liberty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685800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Segoe UI"/>
              </a:defRPr>
            </a:pPr>
            <a:r>
              <a:t>9 DAP servers (built-in)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463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Java (vscode-java-debug)  ·  JavaScript (vscode-js-debug)  ·  Python (debugpy)</a:t>
            </a:r>
            <a:br/>
            <a:r>
              <a:t>Go (delve)  ·  C/C++ (codelldb)  ·  C# (netcoredbg)  ·  Dart  ·  PHP  ·  Dockerfile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11680"/>
            <a:ext cx="347472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Add your own!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65176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server.json — defines the server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installer.json — auto-download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No code needed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Drop files in extensions/ folder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SPI for advanced cases
(e.g., mcp-jdtls plugin)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DCAA"/>
                </a:solidFill>
                <a:latin typeface="Segoe UI"/>
              </a:defRPr>
            </a:pPr>
            <a:r>
              <a:t>These are default extensions — adding a new language is as simple as creating a folder with 2 JSON files</a:t>
            </a:r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Adding a New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server.json + installer.json (auto-install) in the extensions/ folder — zero code</a:t>
            </a:r>
          </a:p>
        </p:txBody>
      </p:sp>
      <p:pic>
        <p:nvPicPr>
          <p:cNvPr id="5" name="Picture 4" descr="extension-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89607" cy="4572000"/>
          </a:xfrm>
          <a:prstGeom prst="rect">
            <a:avLst/>
          </a:prstGeom>
        </p:spPr>
      </p:pic>
    </p:spTree>
  </p:cSld>
  <p:clrMapOvr>
    <a:masterClrMapping/>
  </p:clrMapOvr>
</p:sld>
</file>

<file path=ppt\slides\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Real-time monitoring at localhost:7654/admin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Workspaces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Monitor opened projects,</a:t>
            </a:r>
            <a:br/>
            <a:r>
              <a:t>server status (Running/Error),</a:t>
            </a:r>
            <a:br/>
            <a:r>
              <a:t>start/stop/restart,</a:t>
            </a:r>
            <a:br/>
            <a:r>
              <a:t>contribution diagrams,
workspace settings (file watcher toggle)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All 21 LSP servers,</a:t>
            </a:r>
            <a:br/>
            <a:r>
              <a:t>enable/disable, install,</a:t>
            </a:r>
            <a:br/>
            <a:r>
              <a:t>language filter,</a:t>
            </a:r>
            <a:br/>
            <a:r>
              <a:t>configuration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Debuggers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9 debug adapters,</a:t>
            </a:r>
            <a:br/>
            <a:r>
              <a:t>installation status,</a:t>
            </a:r>
            <a:br/>
            <a:r>
              <a:t>configuration,</a:t>
            </a:r>
            <a:br/>
            <a:r>
              <a:t>trace level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1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599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599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Connected MCP clients,</a:t>
            </a:r>
            <a:br/>
            <a:r>
              <a:t>live protocol traces,</a:t>
            </a:r>
            <a:br/>
            <a:r>
              <a:t>tool calls &amp; results,</a:t>
            </a:r>
            <a:br/>
            <a:r>
              <a:t>real-time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Real-time WebSocket updates — live LSP/DAP/MCP trace viewing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Server collaboration diagrams (vis.js) — visualize bind relationships</a:t>
            </a:r>
          </a:p>
        </p:txBody>
      </p:sp>
    </p:spTree>
  </p:cSld>
  <p:clrMapOvr>
    <a:masterClrMapping/>
  </p:clrMapOvr>
</p:sld>
</file>

<file path=ppt\slides\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21 LSP servers — enable/disable, install, language filter, configuration</a:t>
            </a:r>
          </a:p>
        </p:txBody>
      </p:sp>
      <p:pic>
        <p:nvPicPr>
          <p:cNvPr id="5" name="Picture 4" descr="admin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152891" cy="4572000"/>
          </a:xfrm>
          <a:prstGeom prst="rect">
            <a:avLst/>
          </a:prstGeom>
        </p:spPr>
      </p:pic>
    </p:spTree>
  </p:cSld>
  <p:clrMapOvr>
    <a:masterClrMapping/>
  </p:clrMapOvr>
</p:sld>
</file>

<file path=ppt\slides\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9 debug adapters — installation status, configuration, trace level</a:t>
            </a:r>
          </a:p>
        </p:txBody>
      </p:sp>
      <p:pic>
        <p:nvPicPr>
          <p:cNvPr id="5" name="Picture 4" descr="admin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6772357" cy="4572000"/>
          </a:xfrm>
          <a:prstGeom prst="rect">
            <a:avLst/>
          </a:prstGeom>
        </p:spPr>
      </p:pic>
    </p:spTree>
  </p:cSld>
  <p:clrMapOvr>
    <a:masterClrMapping/>
  </p:clrMapOvr>
</p:sld>
</file>

<file path=ppt\slides\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MCP Traces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Connected clients, live protocol traces, tool calls &amp; results</a:t>
            </a:r>
          </a:p>
        </p:txBody>
      </p:sp>
      <p:pic>
        <p:nvPicPr>
          <p:cNvPr id="5" name="Picture 4" descr="admin-mcp-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8204340" cy="4572000"/>
          </a:xfrm>
          <a:prstGeom prst="rect">
            <a:avLst/>
          </a:prstGeom>
        </p:spPr>
      </p:pic>
    </p:spTree>
  </p:cSld>
  <p:clrMapOvr>
    <a:masterClrMapping/>
  </p:clrMapOvr>
</p:sld>
</file>

<file path=ppt\slides\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Visualize bind relationships between LSP and DAP servers (vis.js)</a:t>
            </a:r>
          </a:p>
        </p:txBody>
      </p:sp>
      <p:pic>
        <p:nvPicPr>
          <p:cNvPr id="5" name="Picture 4" descr="admin-con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32536" cy="4572000"/>
          </a:xfrm>
          <a:prstGeom prst="rect">
            <a:avLst/>
          </a:prstGeom>
        </p:spPr>
      </p:pic>
    </p:spTree>
  </p:cSld>
  <p:clrMapOvr>
    <a:masterClrMapping/>
  </p:clrMapOvr>
</p:sld>
</file>

<file path=ppt\slides\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Monitor opened projects, server status, traces, contribution diagrams</a:t>
            </a:r>
          </a:p>
        </p:txBody>
      </p:sp>
      <p:pic>
        <p:nvPicPr>
          <p:cNvPr id="5" name="Picture 4" descr="admin-workspace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044916" cy="4572000"/>
          </a:xfrm>
          <a:prstGeom prst="rect">
            <a:avLst/>
          </a:prstGeom>
        </p:spPr>
      </p:pic>
    </p:spTree>
  </p:cSld>
  <p:clrMapOvr>
    <a:masterClrMapping/>
  </p:clrMapOvr>
</p:sld>
</file>

<file path=ppt\slides\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Per-workspace debug adapter instances — sessions, traces</a:t>
            </a:r>
          </a:p>
        </p:txBody>
      </p:sp>
      <p:pic>
        <p:nvPicPr>
          <p:cNvPr id="5" name="Picture 4" descr="admin-workspace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253537" cy="4572000"/>
          </a:xfrm>
          <a:prstGeom prst="rect">
            <a:avLst/>
          </a:prstGeom>
        </p:spPr>
      </p:pic>
    </p:spTree>
  </p:cSld>
  <p:clrMapOvr>
    <a:masterClrMapping/>
  </p:clrMapOvr>
</p:sld>
</file>

<file path=ppt\slides\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File Watcher: Keeping Language Servers in 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When an AI agent creates files, language servers must know about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1828800"/>
          </a:xfrm>
          <a:prstGeom prst="roundRect">
            <a:avLst/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AI agent creates Java file on disk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JDT.LS doesn't know about it → ClassNotFoundException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Root cause: workspace/didChangeWatchedFiles was not 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1828800"/>
          </a:xfrm>
          <a:prstGeom prst="roundRect">
            <a:avLst/>
          </a:prstGeom>
          <a:solidFill>
            <a:srgbClr val="1A3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  <a:latin typeface="Segoe UI"/>
              </a:defRPr>
            </a:pPr>
            <a:r>
              <a:t>The Solution: 3 Mechanisms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5603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File Watcher — automatic, local workspaces (io.methvin directory-watcher (native OS APIs))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refresh_workspace — explicit, like F5 in Eclipse IDE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notify_file_changes — programmatic, works with remote too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698480" cy="256032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663440"/>
            <a:ext cx="201168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709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0E0E0"/>
                </a:solidFill>
                <a:latin typeface="Segoe UI"/>
              </a:defRPr>
            </a:pPr>
            <a:r>
              <a:t>File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*.java, pom.xml...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754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→ events 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4663440"/>
            <a:ext cx="228600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709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WorkspaceFileWatcher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02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native recursive + batch 500ms + glob 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754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→ LSP 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663440"/>
            <a:ext cx="292608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4709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Language Servers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029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didChangeWatchedFiles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69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Static patterns (server.json) + dynamic (registerCapability)</a:t>
            </a:r>
            <a:br/>
            <a:r>
              <a:t>Event queuing when server stopped → replay on restart</a:t>
            </a:r>
            <a:br/>
            <a:r>
              <a:t>Configurable excludes (fileWatchers.excludePatterns)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669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JDT.LS: also needs project.refreshLocal() via mcp-jdtls</a:t>
            </a:r>
            <a:br/>
            <a:r>
              <a:t>→ refresh_workspace calls both LSP + server-specific refresh</a:t>
            </a:r>
            <a:br/>
            <a:r>
              <a:t>Smart build: needsFullBuild flag tracks file watcher coverage
→ Full build on first debug or after watcher interruption, incremental otherwise</a:t>
            </a:r>
          </a:p>
        </p:txBody>
      </p:sp>
    </p:spTree>
  </p:cSld>
  <p:clrMapOvr>
    <a:masterClrMapping/>
  </p:clrMapOvr>
</p:sld>
</file>

<file path=ppt\slides\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Scaling to large Java projects and beyond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Known challenge:</a:t>
            </a:r>
            <a:br/>
            <a:r>
              <a:t>large project 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Tested on Quarkus repo (huge codebase):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1. File scanning: each importer scans all files
  → very slow on large repos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2. Gradle conflict: build.gradle takes over pom.xml
  → Maven modules imported as Gradle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3. M2E import: ran 2h+, never completed
  → JDT.LS never becomes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Fix JDT.LS import (scan, Gradle conflict)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Maven artifact caching strategy started
  → Quarkus repo: 2h+ → 48 min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Partial / incremental M2E import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Connect to running JDT.LS in IDE
  → reuse already-imported workspace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More language extensions</a:t>
            </a:r>
          </a:p>
        </p:txBody>
      </p:sp>
    </p:spTree>
  </p:cSld>
  <p:clrMapOvr>
    <a:masterClrMapping/>
  </p:clrMapOvr>
</p:sld>
</file>

<file path=ppt\slides\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Getting Started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515600" cy="18288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1. Clone and start MCP Language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git clone https://github.com/angelozerr/mcp-languagetools</a:t>
            </a:r>
            <a:br/>
            <a:r>
              <a:t>cd mcp-languagetools</a:t>
            </a:r>
            <a:br/>
            <a:r>
              <a:t>./mvnw quarkus:dev -f dev/pom.xml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10515600" cy="1645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2. Configure your MCP client (Claude Code, Bob...)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{</a:t>
            </a:r>
            <a:br/>
            <a:r>
              <a:t>  "mcpServers": {</a:t>
            </a:r>
            <a:br/>
            <a:r>
              <a:t>    "mcp-languagetools": { "url": "http://localhost:7654/mcp"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1051560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3. Ask your AI assistant to work on Java code!</a:t>
            </a:r>
          </a:p>
        </p:txBody>
      </p:sp>
    </p:spTree>
  </p:cSld>
  <p:clrMapOvr>
    <a:masterClrMapping/>
  </p:clrMapOvr>
</p:sld>
</file>

<file path=ppt\slides\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1E1E2E"/>
                </a:solidFill>
                <a:latin typeface="Segoe UI"/>
              </a:rPr>
              <a:t>▸ </a:t>
            </a:r>
            <a:r>
              <a:rPr sz="1800" u="sng">
                <a:latin typeface="Segoe UI"/>
                <a:solidFill>
                  <a:srgbClr val="E0E0E0"/>
                </a:solidFill>
                <a:hlinkClick r:id="rId2"/>
              </a:rPr>
              <a:t>github.com/angelozerr/mcp-languagetools</a:t>
            </a:r>
            <a:r>
              <a:rPr sz="1800">
                <a:solidFill>
                  <a:srgbClr val="E0E0E0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Admin Console: localhost:7654/admin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Segoe U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0E0E0"/>
      </a:hlink>
      <a:folHlink>
        <a:srgbClr val="E0E0E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